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unito Semi Bold" panose="020B0604020202020204" charset="0"/>
      <p:regular r:id="rId13"/>
    </p:embeddedFont>
    <p:embeddedFont>
      <p:font typeface="PT Sans" panose="020B0503020203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667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84821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Cricket Performance Analysis Dashboard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615220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Transforming raw cricket statistics into meaningful insights through data analysis and visualization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6024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43012"/>
            <a:ext cx="4158734" cy="3126343"/>
          </a:xfrm>
          <a:prstGeom prst="roundRect">
            <a:avLst>
              <a:gd name="adj" fmla="val 1148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9899" y="3405188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F2B42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305" y="3602593"/>
            <a:ext cx="323136" cy="323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9899" y="4362569"/>
            <a:ext cx="335375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99899" y="4858107"/>
            <a:ext cx="36343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 and preprocess raw cricket datasets to extract meaningful patterns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3143012"/>
            <a:ext cx="4158734" cy="3126343"/>
          </a:xfrm>
          <a:prstGeom prst="roundRect">
            <a:avLst>
              <a:gd name="adj" fmla="val 1148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97949" y="3405188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D7425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95355" y="3602593"/>
            <a:ext cx="323136" cy="3231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7949" y="4362569"/>
            <a:ext cx="282618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Interactive Dashboard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97949" y="4858107"/>
            <a:ext cx="36343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Streamlit-based interface for real-time player performance comparison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9633823" y="3143012"/>
            <a:ext cx="4158853" cy="3126343"/>
          </a:xfrm>
          <a:prstGeom prst="roundRect">
            <a:avLst>
              <a:gd name="adj" fmla="val 1148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95999" y="3405188"/>
            <a:ext cx="718066" cy="718066"/>
          </a:xfrm>
          <a:prstGeom prst="roundRect">
            <a:avLst>
              <a:gd name="adj" fmla="val 12732932"/>
            </a:avLst>
          </a:prstGeom>
          <a:solidFill>
            <a:srgbClr val="DD785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404" y="3602593"/>
            <a:ext cx="323136" cy="3231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5999" y="436256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Performance Insights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95999" y="4858107"/>
            <a:ext cx="363450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Visualize metrics like strike rate, batting average, and country-wise data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653" y="551498"/>
            <a:ext cx="4690943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653" y="1573530"/>
            <a:ext cx="8245316" cy="4602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80840" y="3361015"/>
            <a:ext cx="2345412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Challenges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80840" y="3820120"/>
            <a:ext cx="4215408" cy="584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Cricket performance data is scattered across sources and difficult to interpret directly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841653" y="6548914"/>
            <a:ext cx="6390561" cy="1129189"/>
          </a:xfrm>
          <a:prstGeom prst="roundRect">
            <a:avLst>
              <a:gd name="adj" fmla="val 9717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8793" y="6548914"/>
            <a:ext cx="91440" cy="1129189"/>
          </a:xfrm>
          <a:prstGeom prst="roundRect">
            <a:avLst>
              <a:gd name="adj" fmla="val 327047"/>
            </a:avLst>
          </a:prstGeom>
          <a:solidFill>
            <a:srgbClr val="F2B42D"/>
          </a:solidFill>
          <a:ln/>
        </p:spPr>
      </p:sp>
      <p:sp>
        <p:nvSpPr>
          <p:cNvPr id="8" name="Text 5"/>
          <p:cNvSpPr/>
          <p:nvPr/>
        </p:nvSpPr>
        <p:spPr>
          <a:xfrm>
            <a:off x="1132403" y="6771084"/>
            <a:ext cx="4118610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Manual comparison is time-consuming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32403" y="7163753"/>
            <a:ext cx="5877639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Lack of accuracy in player evaluation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98187" y="6548914"/>
            <a:ext cx="6390561" cy="1129189"/>
          </a:xfrm>
          <a:prstGeom prst="roundRect">
            <a:avLst>
              <a:gd name="adj" fmla="val 9717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75327" y="6548914"/>
            <a:ext cx="91440" cy="1129189"/>
          </a:xfrm>
          <a:prstGeom prst="roundRect">
            <a:avLst>
              <a:gd name="adj" fmla="val 327047"/>
            </a:avLst>
          </a:prstGeom>
          <a:solidFill>
            <a:srgbClr val="D7425E"/>
          </a:solidFill>
          <a:ln/>
        </p:spPr>
      </p:sp>
      <p:sp>
        <p:nvSpPr>
          <p:cNvPr id="12" name="Text 9"/>
          <p:cNvSpPr/>
          <p:nvPr/>
        </p:nvSpPr>
        <p:spPr>
          <a:xfrm>
            <a:off x="7688937" y="6771084"/>
            <a:ext cx="2641163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Raw data lacks structure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88937" y="7163753"/>
            <a:ext cx="5877639" cy="292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Difficult to extract actionable insights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78879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7156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347918"/>
            <a:ext cx="6357818" cy="3048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5" name="Text 3"/>
          <p:cNvSpPr/>
          <p:nvPr/>
        </p:nvSpPr>
        <p:spPr>
          <a:xfrm>
            <a:off x="837724" y="3528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7724" y="402407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Clean and structure raw cricket datasets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434858" y="2971562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434858" y="3347918"/>
            <a:ext cx="6357818" cy="3048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9" name="Text 7"/>
          <p:cNvSpPr/>
          <p:nvPr/>
        </p:nvSpPr>
        <p:spPr>
          <a:xfrm>
            <a:off x="7434858" y="352853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Exploratory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34858" y="402407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 comprehensive EDA on player statistics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37724" y="482584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837724" y="5202198"/>
            <a:ext cx="6357818" cy="3048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3" name="Text 11"/>
          <p:cNvSpPr/>
          <p:nvPr/>
        </p:nvSpPr>
        <p:spPr>
          <a:xfrm>
            <a:off x="837724" y="53828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7724" y="587835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interactive charts for performance metrics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434858" y="4825841"/>
            <a:ext cx="239316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7434858" y="5202198"/>
            <a:ext cx="6357818" cy="3048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17" name="Text 15"/>
          <p:cNvSpPr/>
          <p:nvPr/>
        </p:nvSpPr>
        <p:spPr>
          <a:xfrm>
            <a:off x="7434858" y="5382816"/>
            <a:ext cx="320647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Dashboard Development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34858" y="5878354"/>
            <a:ext cx="635781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user-friendly interface for easy comparison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6330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 Description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726293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01959" y="280856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Player Statistics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330410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Runs, strike rate, batting average, and wickets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324124" y="4165878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01959" y="424815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Country-wise Data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01959" y="4743688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Performance metrics grouped by nation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605462"/>
            <a:ext cx="538520" cy="538520"/>
          </a:xfrm>
          <a:prstGeom prst="roundRect">
            <a:avLst>
              <a:gd name="adj" fmla="val 66677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01959" y="568773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Batting Records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01959" y="6183273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Aggressive vs consistent playing styles analysis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1505" y="533757"/>
            <a:ext cx="4527709" cy="521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Methodology Workflow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505" y="1317188"/>
            <a:ext cx="885944" cy="10631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78537" y="1494353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Collection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578537" y="1833563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Gather raw datasets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505" y="2380297"/>
            <a:ext cx="885944" cy="10631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537" y="2557463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578537" y="2896672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Preprocess and validate</a:t>
            </a:r>
            <a:endParaRPr lang="en-US" sz="13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1505" y="3443407"/>
            <a:ext cx="885944" cy="10631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578537" y="3620572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EDA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578537" y="3959781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Explore patterns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1505" y="4506516"/>
            <a:ext cx="885944" cy="10631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578537" y="4683681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2578537" y="5022890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charts</a:t>
            </a:r>
            <a:endParaRPr lang="en-US" sz="1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1505" y="5569625"/>
            <a:ext cx="885944" cy="10631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578537" y="5746790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2578537" y="6085999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 interface</a:t>
            </a:r>
            <a:endParaRPr lang="en-US" sz="13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1505" y="6632734"/>
            <a:ext cx="885944" cy="10631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78537" y="6809899"/>
            <a:ext cx="2084665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Insights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2578537" y="7149108"/>
            <a:ext cx="10490359" cy="246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 findings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2239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Features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7724" y="3205163"/>
            <a:ext cx="598408" cy="5984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5336" y="3205163"/>
            <a:ext cx="318420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Interactive Player Search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735336" y="3700701"/>
            <a:ext cx="54302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Quickly find and analyze specific players with real-time data retrieval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743" y="3205163"/>
            <a:ext cx="598408" cy="5984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62355" y="3205163"/>
            <a:ext cx="28729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Country-wise Filtering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62355" y="3700701"/>
            <a:ext cx="54303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Compare performance metrics across different nations and regions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7724" y="4945499"/>
            <a:ext cx="598408" cy="5984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735336" y="4945499"/>
            <a:ext cx="323802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Performance Comparison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735336" y="5441037"/>
            <a:ext cx="54302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Benchmark players using strike rate, average, and consistency metrics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64743" y="4945499"/>
            <a:ext cx="598408" cy="5984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62355" y="494549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62355" y="5441037"/>
            <a:ext cx="543032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Interactive charts and graphs for intuitive understanding of complex statistics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27944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Insights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342436"/>
            <a:ext cx="3614618" cy="2567226"/>
          </a:xfrm>
          <a:prstGeom prst="roundRect">
            <a:avLst>
              <a:gd name="adj" fmla="val 13987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07519" y="261223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Performers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07519" y="3107769"/>
            <a:ext cx="307502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Identified elite players based on strike rate, batting average, and consistency metrics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2342436"/>
            <a:ext cx="3614618" cy="2567226"/>
          </a:xfrm>
          <a:prstGeom prst="roundRect">
            <a:avLst>
              <a:gd name="adj" fmla="val 13987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61453" y="2612231"/>
            <a:ext cx="303168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Cross-Country Analysis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61453" y="3107769"/>
            <a:ext cx="30750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Discovered performance trends and country-specific playing styles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148977"/>
            <a:ext cx="7468553" cy="1801177"/>
          </a:xfrm>
          <a:prstGeom prst="roundRect">
            <a:avLst>
              <a:gd name="adj" fmla="val 19935"/>
            </a:avLst>
          </a:prstGeom>
          <a:solidFill>
            <a:srgbClr val="00002E">
              <a:alpha val="75000"/>
            </a:srgbClr>
          </a:solidFill>
          <a:ln w="3048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07519" y="541877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Style Comparison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07519" y="5914311"/>
            <a:ext cx="692896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Analyzed aggressive versus consistent batting approaches and their effectiveness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0084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Tools &amp; Technologies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3183612"/>
            <a:ext cx="6357818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9899" y="34457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Python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9899" y="3941326"/>
            <a:ext cx="58334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programming language for data analysis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7434858" y="3183612"/>
            <a:ext cx="6357818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7033" y="344578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Pandas &amp; NumPy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97033" y="3941326"/>
            <a:ext cx="58334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manipulation and numerical computing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837724" y="4825841"/>
            <a:ext cx="6357818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9899" y="50880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Matplotlib &amp; Seaborn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9899" y="5583555"/>
            <a:ext cx="58334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Statistical visualization libraries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7434858" y="4825841"/>
            <a:ext cx="6357818" cy="1402913"/>
          </a:xfrm>
          <a:prstGeom prst="roundRect">
            <a:avLst>
              <a:gd name="adj" fmla="val 25595"/>
            </a:avLst>
          </a:prstGeom>
          <a:solidFill>
            <a:srgbClr val="00002E"/>
          </a:solidFill>
          <a:ln w="22860">
            <a:solidFill>
              <a:srgbClr val="48A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7033" y="508801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97033" y="5583555"/>
            <a:ext cx="583346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Framework for interactive dashboard development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833" y="1052393"/>
            <a:ext cx="5128974" cy="64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Outcome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62833" y="1991201"/>
            <a:ext cx="3709868" cy="1920478"/>
          </a:xfrm>
          <a:prstGeom prst="roundRect">
            <a:avLst>
              <a:gd name="adj" fmla="val 17026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3578" y="2231946"/>
            <a:ext cx="2700338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Transformed Raw Data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03578" y="2671524"/>
            <a:ext cx="3228380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Converted scattered statistics into actionable insights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71179" y="1991201"/>
            <a:ext cx="3709988" cy="1920478"/>
          </a:xfrm>
          <a:prstGeom prst="roundRect">
            <a:avLst>
              <a:gd name="adj" fmla="val 17026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1923" y="2231946"/>
            <a:ext cx="2940010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Enhanced Understanding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11923" y="2671524"/>
            <a:ext cx="3228499" cy="99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Enabled better comprehension of player performance through visualization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2833" y="4110157"/>
            <a:ext cx="7618333" cy="1587341"/>
          </a:xfrm>
          <a:prstGeom prst="roundRect">
            <a:avLst>
              <a:gd name="adj" fmla="val 20599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3578" y="4350901"/>
            <a:ext cx="2718554" cy="320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Real-world Application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03578" y="4790480"/>
            <a:ext cx="7136844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Demonstrates strong skills in data analysis, visualization, and problem-solving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62833" y="6029648"/>
            <a:ext cx="7618333" cy="3476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62833" y="6287572"/>
            <a:ext cx="7618333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62833" y="6843951"/>
            <a:ext cx="7618333" cy="333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Beesam Gayathri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345</Words>
  <Application>Microsoft Office PowerPoint</Application>
  <PresentationFormat>Custom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Nunito Semi Bold</vt:lpstr>
      <vt:lpstr>PT Sans</vt:lpstr>
      <vt:lpstr>Arial</vt:lpstr>
      <vt:lpstr>Nunito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GAYATHRI</dc:creator>
  <cp:lastModifiedBy>217y1a6614 GAYATHRI</cp:lastModifiedBy>
  <cp:revision>1</cp:revision>
  <dcterms:created xsi:type="dcterms:W3CDTF">2026-03-29T08:38:04Z</dcterms:created>
  <dcterms:modified xsi:type="dcterms:W3CDTF">2026-03-29T08:39:28Z</dcterms:modified>
</cp:coreProperties>
</file>